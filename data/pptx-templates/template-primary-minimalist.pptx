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T Norms Bold" charset="1" panose="02000803030000020004"/>
      <p:regular r:id="rId17"/>
    </p:embeddedFont>
    <p:embeddedFont>
      <p:font typeface="Inter" charset="1" panose="02000503000000020004"/>
      <p:regular r:id="rId18"/>
    </p:embeddedFont>
    <p:embeddedFont>
      <p:font typeface="Inter Bold" charset="1" panose="0200050300000002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04977" y="3337305"/>
            <a:ext cx="12764424" cy="8446184"/>
          </a:xfrm>
          <a:custGeom>
            <a:avLst/>
            <a:gdLst/>
            <a:ahLst/>
            <a:cxnLst/>
            <a:rect r="r" b="b" t="t" l="l"/>
            <a:pathLst>
              <a:path h="8446184" w="12764424">
                <a:moveTo>
                  <a:pt x="0" y="0"/>
                </a:moveTo>
                <a:lnTo>
                  <a:pt x="12764423" y="0"/>
                </a:lnTo>
                <a:lnTo>
                  <a:pt x="12764423" y="8446184"/>
                </a:lnTo>
                <a:lnTo>
                  <a:pt x="0" y="844618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96325" y="3576956"/>
            <a:ext cx="11295351" cy="1616076"/>
          </a:xfrm>
          <a:prstGeom prst="rect">
            <a:avLst/>
          </a:prstGeom>
        </p:spPr>
        <p:txBody>
          <a:bodyPr anchor="t" rtlCol="false" tIns="0" lIns="0" bIns="0" rIns="0">
            <a:spAutoFit/>
          </a:bodyPr>
          <a:lstStyle/>
          <a:p>
            <a:pPr algn="ctr">
              <a:lnSpc>
                <a:spcPts val="13299"/>
              </a:lnSpc>
            </a:pPr>
            <a:r>
              <a:rPr lang="en-US" b="true" sz="9499">
                <a:solidFill>
                  <a:srgbClr val="000000"/>
                </a:solidFill>
                <a:latin typeface="TT Norms Bold"/>
                <a:ea typeface="TT Norms Bold"/>
                <a:cs typeface="TT Norms Bold"/>
                <a:sym typeface="TT Norms Bold"/>
              </a:rPr>
              <a:t>GROUP PROJECT</a:t>
            </a:r>
          </a:p>
        </p:txBody>
      </p:sp>
      <p:sp>
        <p:nvSpPr>
          <p:cNvPr name="Freeform 4" id="4"/>
          <p:cNvSpPr/>
          <p:nvPr/>
        </p:nvSpPr>
        <p:spPr>
          <a:xfrm flipH="true" flipV="true" rot="0">
            <a:off x="12585199" y="-1043766"/>
            <a:ext cx="8333849" cy="5514485"/>
          </a:xfrm>
          <a:custGeom>
            <a:avLst/>
            <a:gdLst/>
            <a:ahLst/>
            <a:cxnLst/>
            <a:rect r="r" b="b" t="t" l="l"/>
            <a:pathLst>
              <a:path h="5514485" w="8333849">
                <a:moveTo>
                  <a:pt x="8333848" y="5514485"/>
                </a:moveTo>
                <a:lnTo>
                  <a:pt x="0" y="5514485"/>
                </a:lnTo>
                <a:lnTo>
                  <a:pt x="0" y="0"/>
                </a:lnTo>
                <a:lnTo>
                  <a:pt x="8333848" y="0"/>
                </a:lnTo>
                <a:lnTo>
                  <a:pt x="8333848" y="5514485"/>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106516" y="9012347"/>
            <a:ext cx="2152784" cy="540153"/>
          </a:xfrm>
          <a:custGeom>
            <a:avLst/>
            <a:gdLst/>
            <a:ahLst/>
            <a:cxnLst/>
            <a:rect r="r" b="b" t="t" l="l"/>
            <a:pathLst>
              <a:path h="540153" w="2152784">
                <a:moveTo>
                  <a:pt x="0" y="0"/>
                </a:moveTo>
                <a:lnTo>
                  <a:pt x="2152784" y="0"/>
                </a:lnTo>
                <a:lnTo>
                  <a:pt x="2152784" y="540153"/>
                </a:lnTo>
                <a:lnTo>
                  <a:pt x="0" y="540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605343" y="5126357"/>
            <a:ext cx="5077313" cy="596900"/>
          </a:xfrm>
          <a:prstGeom prst="rect">
            <a:avLst/>
          </a:prstGeom>
        </p:spPr>
        <p:txBody>
          <a:bodyPr anchor="t" rtlCol="false" tIns="0" lIns="0" bIns="0" rIns="0">
            <a:spAutoFit/>
          </a:bodyPr>
          <a:lstStyle/>
          <a:p>
            <a:pPr algn="ctr">
              <a:lnSpc>
                <a:spcPts val="4899"/>
              </a:lnSpc>
            </a:pPr>
            <a:r>
              <a:rPr lang="en-US" sz="3499">
                <a:solidFill>
                  <a:srgbClr val="000000"/>
                </a:solidFill>
                <a:latin typeface="Inter"/>
                <a:ea typeface="Inter"/>
                <a:cs typeface="Inter"/>
                <a:sym typeface="Inter"/>
              </a:rPr>
              <a:t>By Northline Group</a:t>
            </a:r>
          </a:p>
        </p:txBody>
      </p:sp>
      <p:sp>
        <p:nvSpPr>
          <p:cNvPr name="Freeform 7" id="7"/>
          <p:cNvSpPr/>
          <p:nvPr/>
        </p:nvSpPr>
        <p:spPr>
          <a:xfrm flipH="false" flipV="false" rot="0">
            <a:off x="1028700" y="734500"/>
            <a:ext cx="2152784" cy="540153"/>
          </a:xfrm>
          <a:custGeom>
            <a:avLst/>
            <a:gdLst/>
            <a:ahLst/>
            <a:cxnLst/>
            <a:rect r="r" b="b" t="t" l="l"/>
            <a:pathLst>
              <a:path h="540153" w="2152784">
                <a:moveTo>
                  <a:pt x="0" y="0"/>
                </a:moveTo>
                <a:lnTo>
                  <a:pt x="2152784" y="0"/>
                </a:lnTo>
                <a:lnTo>
                  <a:pt x="2152784" y="540153"/>
                </a:lnTo>
                <a:lnTo>
                  <a:pt x="0" y="540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OUR MEMBER</a:t>
            </a:r>
          </a:p>
        </p:txBody>
      </p:sp>
      <p:sp>
        <p:nvSpPr>
          <p:cNvPr name="Freeform 4" id="4"/>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6605343" y="3411740"/>
            <a:ext cx="5077313" cy="2993390"/>
          </a:xfrm>
          <a:prstGeom prst="rect">
            <a:avLst/>
          </a:prstGeom>
        </p:spPr>
        <p:txBody>
          <a:bodyPr anchor="t" rtlCol="false" tIns="0" lIns="0" bIns="0" rIns="0">
            <a:spAutoFit/>
          </a:bodyPr>
          <a:lstStyle/>
          <a:p>
            <a:pPr algn="ctr">
              <a:lnSpc>
                <a:spcPts val="6054"/>
              </a:lnSpc>
            </a:pPr>
            <a:r>
              <a:rPr lang="en-US" sz="3499" b="true">
                <a:solidFill>
                  <a:srgbClr val="000000"/>
                </a:solidFill>
                <a:latin typeface="Inter Bold"/>
                <a:ea typeface="Inter Bold"/>
                <a:cs typeface="Inter Bold"/>
                <a:sym typeface="Inter Bold"/>
              </a:rPr>
              <a:t>Rachel Collins</a:t>
            </a:r>
          </a:p>
          <a:p>
            <a:pPr algn="ctr">
              <a:lnSpc>
                <a:spcPts val="6054"/>
              </a:lnSpc>
            </a:pPr>
            <a:r>
              <a:rPr lang="en-US" sz="3499" b="true">
                <a:solidFill>
                  <a:srgbClr val="000000"/>
                </a:solidFill>
                <a:latin typeface="Inter Bold"/>
                <a:ea typeface="Inter Bold"/>
                <a:cs typeface="Inter Bold"/>
                <a:sym typeface="Inter Bold"/>
              </a:rPr>
              <a:t>Naomi Mensah</a:t>
            </a:r>
          </a:p>
          <a:p>
            <a:pPr algn="ctr">
              <a:lnSpc>
                <a:spcPts val="6054"/>
              </a:lnSpc>
            </a:pPr>
            <a:r>
              <a:rPr lang="en-US" sz="3499" b="true">
                <a:solidFill>
                  <a:srgbClr val="000000"/>
                </a:solidFill>
                <a:latin typeface="Inter Bold"/>
                <a:ea typeface="Inter Bold"/>
                <a:cs typeface="Inter Bold"/>
                <a:sym typeface="Inter Bold"/>
              </a:rPr>
              <a:t>Rachel Akinwale</a:t>
            </a:r>
          </a:p>
          <a:p>
            <a:pPr algn="ctr">
              <a:lnSpc>
                <a:spcPts val="6054"/>
              </a:lnSpc>
            </a:pPr>
            <a:r>
              <a:rPr lang="en-US" sz="3499" b="true">
                <a:solidFill>
                  <a:srgbClr val="000000"/>
                </a:solidFill>
                <a:latin typeface="Inter Bold"/>
                <a:ea typeface="Inter Bold"/>
                <a:cs typeface="Inter Bold"/>
                <a:sym typeface="Inter Bold"/>
              </a:rPr>
              <a:t>Deborah Osei</a:t>
            </a:r>
          </a:p>
        </p:txBody>
      </p:sp>
      <p:sp>
        <p:nvSpPr>
          <p:cNvPr name="Freeform 6" id="6"/>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INTRODUCTION</a:t>
            </a:r>
          </a:p>
        </p:txBody>
      </p:sp>
      <p:sp>
        <p:nvSpPr>
          <p:cNvPr name="Freeform 4" id="4"/>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572000" y="3646170"/>
            <a:ext cx="9144000" cy="2956560"/>
          </a:xfrm>
          <a:prstGeom prst="rect">
            <a:avLst/>
          </a:prstGeom>
        </p:spPr>
        <p:txBody>
          <a:bodyPr anchor="t" rtlCol="false" tIns="0" lIns="0" bIns="0" rIns="0">
            <a:spAutoFit/>
          </a:bodyPr>
          <a:lstStyle/>
          <a:p>
            <a:pPr algn="ctr">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BACKGROUND</a:t>
            </a:r>
          </a:p>
        </p:txBody>
      </p:sp>
      <p:sp>
        <p:nvSpPr>
          <p:cNvPr name="Freeform 4" id="4"/>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572000" y="3646170"/>
            <a:ext cx="9144000" cy="3699510"/>
          </a:xfrm>
          <a:prstGeom prst="rect">
            <a:avLst/>
          </a:prstGeom>
        </p:spPr>
        <p:txBody>
          <a:bodyPr anchor="t" rtlCol="false" tIns="0" lIns="0" bIns="0" rIns="0">
            <a:spAutoFit/>
          </a:bodyPr>
          <a:lstStyle/>
          <a:p>
            <a:pPr algn="ctr">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a:p>
            <a:pPr algn="ctr">
              <a:lnSpc>
                <a:spcPts val="2940"/>
              </a:lnSpc>
            </a:pPr>
          </a:p>
          <a:p>
            <a:pPr algn="ctr">
              <a:lnSpc>
                <a:spcPts val="2940"/>
              </a:lnSpc>
            </a:pPr>
            <a:r>
              <a:rPr lang="en-US" sz="2100">
                <a:solidFill>
                  <a:srgbClr val="000000"/>
                </a:solidFill>
                <a:latin typeface="Inter"/>
                <a:ea typeface="Inter"/>
                <a:cs typeface="Inter"/>
                <a:sym typeface="Inter"/>
              </a:rPr>
              <a:t>Nullam vestibulum pulvinar facilisis. Sed lacinia ipsum quis odio eleifend, eget luctus ligula bibendum. Etiam et elit nulla. Vivamus vehicula arcu quis erat imperdiet, sit amet mollis est efficitur. Suspendisse at arcu ac mauris tempor accumsan sed non nunc.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PROBLEM</a:t>
            </a:r>
          </a:p>
        </p:txBody>
      </p:sp>
      <p:sp>
        <p:nvSpPr>
          <p:cNvPr name="Freeform 4" id="4"/>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756105" y="3672840"/>
            <a:ext cx="9789401" cy="1470660"/>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sp>
        <p:nvSpPr>
          <p:cNvPr name="TextBox 8" id="8"/>
          <p:cNvSpPr txBox="true"/>
          <p:nvPr/>
        </p:nvSpPr>
        <p:spPr>
          <a:xfrm rot="0">
            <a:off x="3742494" y="3809682"/>
            <a:ext cx="1013612" cy="1111250"/>
          </a:xfrm>
          <a:prstGeom prst="rect">
            <a:avLst/>
          </a:prstGeom>
        </p:spPr>
        <p:txBody>
          <a:bodyPr anchor="t" rtlCol="false" tIns="0" lIns="0" bIns="0" rIns="0">
            <a:spAutoFit/>
          </a:bodyPr>
          <a:lstStyle/>
          <a:p>
            <a:pPr algn="l">
              <a:lnSpc>
                <a:spcPts val="9099"/>
              </a:lnSpc>
            </a:pPr>
            <a:r>
              <a:rPr lang="en-US" sz="6499" b="true">
                <a:solidFill>
                  <a:srgbClr val="000000"/>
                </a:solidFill>
                <a:latin typeface="TT Norms Bold"/>
                <a:ea typeface="TT Norms Bold"/>
                <a:cs typeface="TT Norms Bold"/>
                <a:sym typeface="TT Norms Bold"/>
              </a:rPr>
              <a:t>1</a:t>
            </a:r>
          </a:p>
        </p:txBody>
      </p:sp>
      <p:sp>
        <p:nvSpPr>
          <p:cNvPr name="TextBox 9" id="9"/>
          <p:cNvSpPr txBox="true"/>
          <p:nvPr/>
        </p:nvSpPr>
        <p:spPr>
          <a:xfrm rot="0">
            <a:off x="4756105" y="5650750"/>
            <a:ext cx="9789401" cy="1470660"/>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sp>
        <p:nvSpPr>
          <p:cNvPr name="TextBox 10" id="10"/>
          <p:cNvSpPr txBox="true"/>
          <p:nvPr/>
        </p:nvSpPr>
        <p:spPr>
          <a:xfrm rot="0">
            <a:off x="3742494" y="5787593"/>
            <a:ext cx="1013612" cy="1111250"/>
          </a:xfrm>
          <a:prstGeom prst="rect">
            <a:avLst/>
          </a:prstGeom>
        </p:spPr>
        <p:txBody>
          <a:bodyPr anchor="t" rtlCol="false" tIns="0" lIns="0" bIns="0" rIns="0">
            <a:spAutoFit/>
          </a:bodyPr>
          <a:lstStyle/>
          <a:p>
            <a:pPr algn="l">
              <a:lnSpc>
                <a:spcPts val="9099"/>
              </a:lnSpc>
            </a:pPr>
            <a:r>
              <a:rPr lang="en-US" sz="6499" b="true">
                <a:solidFill>
                  <a:srgbClr val="000000"/>
                </a:solidFill>
                <a:latin typeface="TT Norms Bold"/>
                <a:ea typeface="TT Norms Bold"/>
                <a:cs typeface="TT Norms Bold"/>
                <a:sym typeface="TT Norms Bold"/>
              </a:rPr>
              <a:t>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GOALS</a:t>
            </a:r>
          </a:p>
        </p:txBody>
      </p:sp>
      <p:sp>
        <p:nvSpPr>
          <p:cNvPr name="Freeform 4" id="4"/>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462303" y="3820045"/>
            <a:ext cx="3110364" cy="2585085"/>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a:t>
            </a:r>
          </a:p>
        </p:txBody>
      </p:sp>
      <p:sp>
        <p:nvSpPr>
          <p:cNvPr name="TextBox 8" id="8"/>
          <p:cNvSpPr txBox="true"/>
          <p:nvPr/>
        </p:nvSpPr>
        <p:spPr>
          <a:xfrm rot="0">
            <a:off x="2863357" y="3577575"/>
            <a:ext cx="1013612" cy="1111250"/>
          </a:xfrm>
          <a:prstGeom prst="rect">
            <a:avLst/>
          </a:prstGeom>
        </p:spPr>
        <p:txBody>
          <a:bodyPr anchor="t" rtlCol="false" tIns="0" lIns="0" bIns="0" rIns="0">
            <a:spAutoFit/>
          </a:bodyPr>
          <a:lstStyle/>
          <a:p>
            <a:pPr algn="l">
              <a:lnSpc>
                <a:spcPts val="9099"/>
              </a:lnSpc>
            </a:pPr>
            <a:r>
              <a:rPr lang="en-US" sz="6499" b="true">
                <a:solidFill>
                  <a:srgbClr val="000000"/>
                </a:solidFill>
                <a:latin typeface="TT Norms Bold"/>
                <a:ea typeface="TT Norms Bold"/>
                <a:cs typeface="TT Norms Bold"/>
                <a:sym typeface="TT Norms Bold"/>
              </a:rPr>
              <a:t>1</a:t>
            </a:r>
          </a:p>
        </p:txBody>
      </p:sp>
      <p:sp>
        <p:nvSpPr>
          <p:cNvPr name="TextBox 9" id="9"/>
          <p:cNvSpPr txBox="true"/>
          <p:nvPr/>
        </p:nvSpPr>
        <p:spPr>
          <a:xfrm rot="0">
            <a:off x="7888291" y="3820045"/>
            <a:ext cx="3110364" cy="2585085"/>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a:t>
            </a:r>
          </a:p>
        </p:txBody>
      </p:sp>
      <p:sp>
        <p:nvSpPr>
          <p:cNvPr name="TextBox 10" id="10"/>
          <p:cNvSpPr txBox="true"/>
          <p:nvPr/>
        </p:nvSpPr>
        <p:spPr>
          <a:xfrm rot="0">
            <a:off x="7289345" y="3577575"/>
            <a:ext cx="1013612" cy="1111250"/>
          </a:xfrm>
          <a:prstGeom prst="rect">
            <a:avLst/>
          </a:prstGeom>
        </p:spPr>
        <p:txBody>
          <a:bodyPr anchor="t" rtlCol="false" tIns="0" lIns="0" bIns="0" rIns="0">
            <a:spAutoFit/>
          </a:bodyPr>
          <a:lstStyle/>
          <a:p>
            <a:pPr algn="l">
              <a:lnSpc>
                <a:spcPts val="9099"/>
              </a:lnSpc>
            </a:pPr>
            <a:r>
              <a:rPr lang="en-US" sz="6499" b="true">
                <a:solidFill>
                  <a:srgbClr val="000000"/>
                </a:solidFill>
                <a:latin typeface="TT Norms Bold"/>
                <a:ea typeface="TT Norms Bold"/>
                <a:cs typeface="TT Norms Bold"/>
                <a:sym typeface="TT Norms Bold"/>
              </a:rPr>
              <a:t>2</a:t>
            </a:r>
          </a:p>
        </p:txBody>
      </p:sp>
      <p:sp>
        <p:nvSpPr>
          <p:cNvPr name="TextBox 11" id="11"/>
          <p:cNvSpPr txBox="true"/>
          <p:nvPr/>
        </p:nvSpPr>
        <p:spPr>
          <a:xfrm rot="0">
            <a:off x="12314278" y="3820045"/>
            <a:ext cx="3110364" cy="2585085"/>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a:t>
            </a:r>
          </a:p>
        </p:txBody>
      </p:sp>
      <p:sp>
        <p:nvSpPr>
          <p:cNvPr name="TextBox 12" id="12"/>
          <p:cNvSpPr txBox="true"/>
          <p:nvPr/>
        </p:nvSpPr>
        <p:spPr>
          <a:xfrm rot="0">
            <a:off x="11715333" y="3577575"/>
            <a:ext cx="1013612" cy="1111250"/>
          </a:xfrm>
          <a:prstGeom prst="rect">
            <a:avLst/>
          </a:prstGeom>
        </p:spPr>
        <p:txBody>
          <a:bodyPr anchor="t" rtlCol="false" tIns="0" lIns="0" bIns="0" rIns="0">
            <a:spAutoFit/>
          </a:bodyPr>
          <a:lstStyle/>
          <a:p>
            <a:pPr algn="l">
              <a:lnSpc>
                <a:spcPts val="9099"/>
              </a:lnSpc>
            </a:pPr>
            <a:r>
              <a:rPr lang="en-US" sz="6499" b="true">
                <a:solidFill>
                  <a:srgbClr val="000000"/>
                </a:solidFill>
                <a:latin typeface="TT Norms Bold"/>
                <a:ea typeface="TT Norms Bold"/>
                <a:cs typeface="TT Norms Bold"/>
                <a:sym typeface="TT Norms Bold"/>
              </a:rPr>
              <a:t>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PROCESS</a:t>
            </a:r>
          </a:p>
        </p:txBody>
      </p:sp>
      <p:sp>
        <p:nvSpPr>
          <p:cNvPr name="AutoShape 4" id="4"/>
          <p:cNvSpPr/>
          <p:nvPr/>
        </p:nvSpPr>
        <p:spPr>
          <a:xfrm>
            <a:off x="4005906" y="3655198"/>
            <a:ext cx="10276188" cy="0"/>
          </a:xfrm>
          <a:prstGeom prst="line">
            <a:avLst/>
          </a:prstGeom>
          <a:ln cap="flat" w="28575">
            <a:solidFill>
              <a:srgbClr val="000000"/>
            </a:solidFill>
            <a:prstDash val="solid"/>
            <a:headEnd type="none" len="sm" w="sm"/>
            <a:tailEnd type="none" len="sm" w="sm"/>
          </a:ln>
        </p:spPr>
      </p:sp>
      <p:sp>
        <p:nvSpPr>
          <p:cNvPr name="Freeform 5" id="5"/>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3541211" y="3135583"/>
            <a:ext cx="929390" cy="92939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2559101" y="4194857"/>
            <a:ext cx="2893610" cy="2956560"/>
          </a:xfrm>
          <a:prstGeom prst="rect">
            <a:avLst/>
          </a:prstGeom>
        </p:spPr>
        <p:txBody>
          <a:bodyPr anchor="t" rtlCol="false" tIns="0" lIns="0" bIns="0" rIns="0">
            <a:spAutoFit/>
          </a:bodyPr>
          <a:lstStyle/>
          <a:p>
            <a:pPr algn="ctr">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a:t>
            </a:r>
          </a:p>
        </p:txBody>
      </p:sp>
      <p:sp>
        <p:nvSpPr>
          <p:cNvPr name="TextBox 12" id="12"/>
          <p:cNvSpPr txBox="true"/>
          <p:nvPr/>
        </p:nvSpPr>
        <p:spPr>
          <a:xfrm rot="0">
            <a:off x="3499100" y="3162128"/>
            <a:ext cx="1013612" cy="781049"/>
          </a:xfrm>
          <a:prstGeom prst="rect">
            <a:avLst/>
          </a:prstGeom>
        </p:spPr>
        <p:txBody>
          <a:bodyPr anchor="t" rtlCol="false" tIns="0" lIns="0" bIns="0" rIns="0">
            <a:spAutoFit/>
          </a:bodyPr>
          <a:lstStyle/>
          <a:p>
            <a:pPr algn="ctr">
              <a:lnSpc>
                <a:spcPts val="6300"/>
              </a:lnSpc>
            </a:pPr>
            <a:r>
              <a:rPr lang="en-US" b="true" sz="4500">
                <a:solidFill>
                  <a:srgbClr val="FFFFFF"/>
                </a:solidFill>
                <a:latin typeface="TT Norms Bold"/>
                <a:ea typeface="TT Norms Bold"/>
                <a:cs typeface="TT Norms Bold"/>
                <a:sym typeface="TT Norms Bold"/>
              </a:rPr>
              <a:t>1</a:t>
            </a:r>
          </a:p>
        </p:txBody>
      </p:sp>
      <p:grpSp>
        <p:nvGrpSpPr>
          <p:cNvPr name="Group 13" id="13"/>
          <p:cNvGrpSpPr/>
          <p:nvPr/>
        </p:nvGrpSpPr>
        <p:grpSpPr>
          <a:xfrm rot="0">
            <a:off x="6966607" y="3135583"/>
            <a:ext cx="929390" cy="92939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5984497" y="4194857"/>
            <a:ext cx="2893610" cy="2956560"/>
          </a:xfrm>
          <a:prstGeom prst="rect">
            <a:avLst/>
          </a:prstGeom>
        </p:spPr>
        <p:txBody>
          <a:bodyPr anchor="t" rtlCol="false" tIns="0" lIns="0" bIns="0" rIns="0">
            <a:spAutoFit/>
          </a:bodyPr>
          <a:lstStyle/>
          <a:p>
            <a:pPr algn="ctr">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a:t>
            </a:r>
          </a:p>
        </p:txBody>
      </p:sp>
      <p:sp>
        <p:nvSpPr>
          <p:cNvPr name="TextBox 17" id="17"/>
          <p:cNvSpPr txBox="true"/>
          <p:nvPr/>
        </p:nvSpPr>
        <p:spPr>
          <a:xfrm rot="0">
            <a:off x="6924496" y="3162128"/>
            <a:ext cx="1013612" cy="781049"/>
          </a:xfrm>
          <a:prstGeom prst="rect">
            <a:avLst/>
          </a:prstGeom>
        </p:spPr>
        <p:txBody>
          <a:bodyPr anchor="t" rtlCol="false" tIns="0" lIns="0" bIns="0" rIns="0">
            <a:spAutoFit/>
          </a:bodyPr>
          <a:lstStyle/>
          <a:p>
            <a:pPr algn="ctr">
              <a:lnSpc>
                <a:spcPts val="6300"/>
              </a:lnSpc>
            </a:pPr>
            <a:r>
              <a:rPr lang="en-US" b="true" sz="4500">
                <a:solidFill>
                  <a:srgbClr val="FFFFFF"/>
                </a:solidFill>
                <a:latin typeface="TT Norms Bold"/>
                <a:ea typeface="TT Norms Bold"/>
                <a:cs typeface="TT Norms Bold"/>
                <a:sym typeface="TT Norms Bold"/>
              </a:rPr>
              <a:t>2</a:t>
            </a:r>
          </a:p>
        </p:txBody>
      </p:sp>
      <p:grpSp>
        <p:nvGrpSpPr>
          <p:cNvPr name="Group 18" id="18"/>
          <p:cNvGrpSpPr/>
          <p:nvPr/>
        </p:nvGrpSpPr>
        <p:grpSpPr>
          <a:xfrm rot="0">
            <a:off x="10392003" y="3135583"/>
            <a:ext cx="929390" cy="92939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9409893" y="4194857"/>
            <a:ext cx="2893610" cy="2956560"/>
          </a:xfrm>
          <a:prstGeom prst="rect">
            <a:avLst/>
          </a:prstGeom>
        </p:spPr>
        <p:txBody>
          <a:bodyPr anchor="t" rtlCol="false" tIns="0" lIns="0" bIns="0" rIns="0">
            <a:spAutoFit/>
          </a:bodyPr>
          <a:lstStyle/>
          <a:p>
            <a:pPr algn="ctr">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a:t>
            </a:r>
          </a:p>
        </p:txBody>
      </p:sp>
      <p:sp>
        <p:nvSpPr>
          <p:cNvPr name="TextBox 22" id="22"/>
          <p:cNvSpPr txBox="true"/>
          <p:nvPr/>
        </p:nvSpPr>
        <p:spPr>
          <a:xfrm rot="0">
            <a:off x="10349892" y="3162128"/>
            <a:ext cx="1013612" cy="781049"/>
          </a:xfrm>
          <a:prstGeom prst="rect">
            <a:avLst/>
          </a:prstGeom>
        </p:spPr>
        <p:txBody>
          <a:bodyPr anchor="t" rtlCol="false" tIns="0" lIns="0" bIns="0" rIns="0">
            <a:spAutoFit/>
          </a:bodyPr>
          <a:lstStyle/>
          <a:p>
            <a:pPr algn="ctr">
              <a:lnSpc>
                <a:spcPts val="6300"/>
              </a:lnSpc>
            </a:pPr>
            <a:r>
              <a:rPr lang="en-US" b="true" sz="4500">
                <a:solidFill>
                  <a:srgbClr val="FFFFFF"/>
                </a:solidFill>
                <a:latin typeface="TT Norms Bold"/>
                <a:ea typeface="TT Norms Bold"/>
                <a:cs typeface="TT Norms Bold"/>
                <a:sym typeface="TT Norms Bold"/>
              </a:rPr>
              <a:t>3</a:t>
            </a:r>
          </a:p>
        </p:txBody>
      </p:sp>
      <p:grpSp>
        <p:nvGrpSpPr>
          <p:cNvPr name="Group 23" id="23"/>
          <p:cNvGrpSpPr/>
          <p:nvPr/>
        </p:nvGrpSpPr>
        <p:grpSpPr>
          <a:xfrm rot="0">
            <a:off x="13817399" y="3135583"/>
            <a:ext cx="929390" cy="92939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2835289" y="4194857"/>
            <a:ext cx="2893610" cy="2956560"/>
          </a:xfrm>
          <a:prstGeom prst="rect">
            <a:avLst/>
          </a:prstGeom>
        </p:spPr>
        <p:txBody>
          <a:bodyPr anchor="t" rtlCol="false" tIns="0" lIns="0" bIns="0" rIns="0">
            <a:spAutoFit/>
          </a:bodyPr>
          <a:lstStyle/>
          <a:p>
            <a:pPr algn="ctr">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a:t>
            </a:r>
          </a:p>
        </p:txBody>
      </p:sp>
      <p:sp>
        <p:nvSpPr>
          <p:cNvPr name="TextBox 27" id="27"/>
          <p:cNvSpPr txBox="true"/>
          <p:nvPr/>
        </p:nvSpPr>
        <p:spPr>
          <a:xfrm rot="0">
            <a:off x="13775288" y="3162128"/>
            <a:ext cx="1013612" cy="781049"/>
          </a:xfrm>
          <a:prstGeom prst="rect">
            <a:avLst/>
          </a:prstGeom>
        </p:spPr>
        <p:txBody>
          <a:bodyPr anchor="t" rtlCol="false" tIns="0" lIns="0" bIns="0" rIns="0">
            <a:spAutoFit/>
          </a:bodyPr>
          <a:lstStyle/>
          <a:p>
            <a:pPr algn="ctr">
              <a:lnSpc>
                <a:spcPts val="6300"/>
              </a:lnSpc>
            </a:pPr>
            <a:r>
              <a:rPr lang="en-US" b="true" sz="4500">
                <a:solidFill>
                  <a:srgbClr val="FFFFFF"/>
                </a:solidFill>
                <a:latin typeface="TT Norms Bold"/>
                <a:ea typeface="TT Norms Bold"/>
                <a:cs typeface="TT Norms Bold"/>
                <a:sym typeface="TT Norms Bold"/>
              </a:rPr>
              <a:t>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ANALYSIS</a:t>
            </a:r>
          </a:p>
        </p:txBody>
      </p:sp>
      <p:sp>
        <p:nvSpPr>
          <p:cNvPr name="Freeform 4" id="4"/>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677747" y="3460432"/>
            <a:ext cx="6265420" cy="3328035"/>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a:t>
            </a:r>
          </a:p>
        </p:txBody>
      </p:sp>
      <p:sp>
        <p:nvSpPr>
          <p:cNvPr name="TextBox 8" id="8"/>
          <p:cNvSpPr txBox="true"/>
          <p:nvPr/>
        </p:nvSpPr>
        <p:spPr>
          <a:xfrm rot="0">
            <a:off x="9344833" y="3460432"/>
            <a:ext cx="6265420" cy="3328035"/>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RESULT</a:t>
            </a:r>
          </a:p>
        </p:txBody>
      </p:sp>
      <p:sp>
        <p:nvSpPr>
          <p:cNvPr name="Freeform 4" id="4"/>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746876" y="3652930"/>
            <a:ext cx="5538867" cy="2956560"/>
          </a:xfrm>
          <a:prstGeom prst="rect">
            <a:avLst/>
          </a:prstGeom>
        </p:spPr>
        <p:txBody>
          <a:bodyPr anchor="t" rtlCol="false" tIns="0" lIns="0" bIns="0" rIns="0">
            <a:spAutoFit/>
          </a:bodyPr>
          <a:lstStyle/>
          <a:p>
            <a:pPr algn="l">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a:t>
            </a:r>
          </a:p>
        </p:txBody>
      </p:sp>
      <p:pic>
        <p:nvPicPr>
          <p:cNvPr name="Picture 8" id="8"/>
          <p:cNvPicPr>
            <a:picLocks noChangeAspect="true"/>
          </p:cNvPicPr>
          <p:nvPr/>
        </p:nvPicPr>
        <p:blipFill>
          <a:blip r:embed="rId6"/>
          <a:stretch>
            <a:fillRect/>
          </a:stretch>
        </p:blipFill>
        <p:spPr>
          <a:xfrm rot="0">
            <a:off x="8089123" y="2703659"/>
            <a:ext cx="8129455" cy="4879681"/>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564631">
            <a:off x="-3891670" y="-3639022"/>
            <a:ext cx="10999054" cy="7278044"/>
          </a:xfrm>
          <a:custGeom>
            <a:avLst/>
            <a:gdLst/>
            <a:ahLst/>
            <a:cxnLst/>
            <a:rect r="r" b="b" t="t" l="l"/>
            <a:pathLst>
              <a:path h="7278044" w="10999054">
                <a:moveTo>
                  <a:pt x="0" y="0"/>
                </a:moveTo>
                <a:lnTo>
                  <a:pt x="10999054" y="0"/>
                </a:lnTo>
                <a:lnTo>
                  <a:pt x="10999054" y="7278044"/>
                </a:lnTo>
                <a:lnTo>
                  <a:pt x="0" y="727804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3684" y="1551783"/>
            <a:ext cx="9780632" cy="1111250"/>
          </a:xfrm>
          <a:prstGeom prst="rect">
            <a:avLst/>
          </a:prstGeom>
        </p:spPr>
        <p:txBody>
          <a:bodyPr anchor="t" rtlCol="false" tIns="0" lIns="0" bIns="0" rIns="0">
            <a:spAutoFit/>
          </a:bodyPr>
          <a:lstStyle/>
          <a:p>
            <a:pPr algn="ctr">
              <a:lnSpc>
                <a:spcPts val="9099"/>
              </a:lnSpc>
            </a:pPr>
            <a:r>
              <a:rPr lang="en-US" b="true" sz="6499">
                <a:solidFill>
                  <a:srgbClr val="000000"/>
                </a:solidFill>
                <a:latin typeface="TT Norms Bold"/>
                <a:ea typeface="TT Norms Bold"/>
                <a:cs typeface="TT Norms Bold"/>
                <a:sym typeface="TT Norms Bold"/>
              </a:rPr>
              <a:t>CONCLUSION</a:t>
            </a:r>
          </a:p>
        </p:txBody>
      </p:sp>
      <p:sp>
        <p:nvSpPr>
          <p:cNvPr name="Freeform 4" id="4"/>
          <p:cNvSpPr/>
          <p:nvPr/>
        </p:nvSpPr>
        <p:spPr>
          <a:xfrm flipH="true" flipV="true" rot="7051653">
            <a:off x="7774313" y="4899642"/>
            <a:ext cx="13174175" cy="8717316"/>
          </a:xfrm>
          <a:custGeom>
            <a:avLst/>
            <a:gdLst/>
            <a:ahLst/>
            <a:cxnLst/>
            <a:rect r="r" b="b" t="t" l="l"/>
            <a:pathLst>
              <a:path h="8717316" w="13174175">
                <a:moveTo>
                  <a:pt x="13174176" y="8717316"/>
                </a:moveTo>
                <a:lnTo>
                  <a:pt x="0" y="8717316"/>
                </a:lnTo>
                <a:lnTo>
                  <a:pt x="0" y="0"/>
                </a:lnTo>
                <a:lnTo>
                  <a:pt x="13174176" y="0"/>
                </a:lnTo>
                <a:lnTo>
                  <a:pt x="13174176" y="8717316"/>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9882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106516" y="758623"/>
            <a:ext cx="2152784" cy="540153"/>
          </a:xfrm>
          <a:custGeom>
            <a:avLst/>
            <a:gdLst/>
            <a:ahLst/>
            <a:cxnLst/>
            <a:rect r="r" b="b" t="t" l="l"/>
            <a:pathLst>
              <a:path h="540153" w="2152784">
                <a:moveTo>
                  <a:pt x="0" y="0"/>
                </a:moveTo>
                <a:lnTo>
                  <a:pt x="2152784" y="0"/>
                </a:lnTo>
                <a:lnTo>
                  <a:pt x="2152784" y="540154"/>
                </a:lnTo>
                <a:lnTo>
                  <a:pt x="0" y="540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585424" y="3628073"/>
            <a:ext cx="7117153" cy="2213610"/>
          </a:xfrm>
          <a:prstGeom prst="rect">
            <a:avLst/>
          </a:prstGeom>
        </p:spPr>
        <p:txBody>
          <a:bodyPr anchor="t" rtlCol="false" tIns="0" lIns="0" bIns="0" rIns="0">
            <a:spAutoFit/>
          </a:bodyPr>
          <a:lstStyle/>
          <a:p>
            <a:pPr algn="ctr">
              <a:lnSpc>
                <a:spcPts val="2940"/>
              </a:lnSpc>
            </a:pPr>
            <a:r>
              <a:rPr lang="en-US" sz="2100">
                <a:solidFill>
                  <a:srgbClr val="000000"/>
                </a:solidFill>
                <a:latin typeface="Inter"/>
                <a:ea typeface="Inter"/>
                <a:cs typeface="Inter"/>
                <a:sym typeface="Inter"/>
              </a:rPr>
              <a:t>Lorem ipsum </a:t>
            </a:r>
            <a:r>
              <a:rPr lang="en-US" sz="2100">
                <a:solidFill>
                  <a:srgbClr val="000000"/>
                </a:solidFill>
                <a:latin typeface="Inter"/>
                <a:ea typeface="Inter"/>
                <a:cs typeface="Inter"/>
                <a:sym typeface="Inter"/>
              </a:rPr>
              <a:t>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04977" y="3337305"/>
            <a:ext cx="12764424" cy="8446184"/>
          </a:xfrm>
          <a:custGeom>
            <a:avLst/>
            <a:gdLst/>
            <a:ahLst/>
            <a:cxnLst/>
            <a:rect r="r" b="b" t="t" l="l"/>
            <a:pathLst>
              <a:path h="8446184" w="12764424">
                <a:moveTo>
                  <a:pt x="0" y="0"/>
                </a:moveTo>
                <a:lnTo>
                  <a:pt x="12764423" y="0"/>
                </a:lnTo>
                <a:lnTo>
                  <a:pt x="12764423" y="8446184"/>
                </a:lnTo>
                <a:lnTo>
                  <a:pt x="0" y="844618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96325" y="3576956"/>
            <a:ext cx="11295351" cy="1616076"/>
          </a:xfrm>
          <a:prstGeom prst="rect">
            <a:avLst/>
          </a:prstGeom>
        </p:spPr>
        <p:txBody>
          <a:bodyPr anchor="t" rtlCol="false" tIns="0" lIns="0" bIns="0" rIns="0">
            <a:spAutoFit/>
          </a:bodyPr>
          <a:lstStyle/>
          <a:p>
            <a:pPr algn="ctr">
              <a:lnSpc>
                <a:spcPts val="13299"/>
              </a:lnSpc>
            </a:pPr>
            <a:r>
              <a:rPr lang="en-US" b="true" sz="9499">
                <a:solidFill>
                  <a:srgbClr val="000000"/>
                </a:solidFill>
                <a:latin typeface="TT Norms Bold"/>
                <a:ea typeface="TT Norms Bold"/>
                <a:cs typeface="TT Norms Bold"/>
                <a:sym typeface="TT Norms Bold"/>
              </a:rPr>
              <a:t>THANK YOU</a:t>
            </a:r>
          </a:p>
        </p:txBody>
      </p:sp>
      <p:sp>
        <p:nvSpPr>
          <p:cNvPr name="Freeform 4" id="4"/>
          <p:cNvSpPr/>
          <p:nvPr/>
        </p:nvSpPr>
        <p:spPr>
          <a:xfrm flipH="true" flipV="true" rot="0">
            <a:off x="12585199" y="-1043766"/>
            <a:ext cx="8333849" cy="5514485"/>
          </a:xfrm>
          <a:custGeom>
            <a:avLst/>
            <a:gdLst/>
            <a:ahLst/>
            <a:cxnLst/>
            <a:rect r="r" b="b" t="t" l="l"/>
            <a:pathLst>
              <a:path h="5514485" w="8333849">
                <a:moveTo>
                  <a:pt x="8333848" y="5514485"/>
                </a:moveTo>
                <a:lnTo>
                  <a:pt x="0" y="5514485"/>
                </a:lnTo>
                <a:lnTo>
                  <a:pt x="0" y="0"/>
                </a:lnTo>
                <a:lnTo>
                  <a:pt x="8333848" y="0"/>
                </a:lnTo>
                <a:lnTo>
                  <a:pt x="8333848" y="5514485"/>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106516" y="9012347"/>
            <a:ext cx="2152784" cy="540153"/>
          </a:xfrm>
          <a:custGeom>
            <a:avLst/>
            <a:gdLst/>
            <a:ahLst/>
            <a:cxnLst/>
            <a:rect r="r" b="b" t="t" l="l"/>
            <a:pathLst>
              <a:path h="540153" w="2152784">
                <a:moveTo>
                  <a:pt x="0" y="0"/>
                </a:moveTo>
                <a:lnTo>
                  <a:pt x="2152784" y="0"/>
                </a:lnTo>
                <a:lnTo>
                  <a:pt x="2152784" y="540153"/>
                </a:lnTo>
                <a:lnTo>
                  <a:pt x="0" y="540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605343" y="5126357"/>
            <a:ext cx="5077313" cy="596900"/>
          </a:xfrm>
          <a:prstGeom prst="rect">
            <a:avLst/>
          </a:prstGeom>
        </p:spPr>
        <p:txBody>
          <a:bodyPr anchor="t" rtlCol="false" tIns="0" lIns="0" bIns="0" rIns="0">
            <a:spAutoFit/>
          </a:bodyPr>
          <a:lstStyle/>
          <a:p>
            <a:pPr algn="ctr">
              <a:lnSpc>
                <a:spcPts val="4899"/>
              </a:lnSpc>
            </a:pPr>
            <a:r>
              <a:rPr lang="en-US" sz="3499">
                <a:solidFill>
                  <a:srgbClr val="000000"/>
                </a:solidFill>
                <a:latin typeface="Inter"/>
                <a:ea typeface="Inter"/>
                <a:cs typeface="Inter"/>
                <a:sym typeface="Inter"/>
              </a:rPr>
              <a:t>By Northline Group</a:t>
            </a:r>
          </a:p>
        </p:txBody>
      </p:sp>
      <p:sp>
        <p:nvSpPr>
          <p:cNvPr name="Freeform 7" id="7"/>
          <p:cNvSpPr/>
          <p:nvPr/>
        </p:nvSpPr>
        <p:spPr>
          <a:xfrm flipH="false" flipV="false" rot="0">
            <a:off x="1028700" y="734500"/>
            <a:ext cx="2152784" cy="540153"/>
          </a:xfrm>
          <a:custGeom>
            <a:avLst/>
            <a:gdLst/>
            <a:ahLst/>
            <a:cxnLst/>
            <a:rect r="r" b="b" t="t" l="l"/>
            <a:pathLst>
              <a:path h="540153" w="2152784">
                <a:moveTo>
                  <a:pt x="0" y="0"/>
                </a:moveTo>
                <a:lnTo>
                  <a:pt x="2152784" y="0"/>
                </a:lnTo>
                <a:lnTo>
                  <a:pt x="2152784" y="540153"/>
                </a:lnTo>
                <a:lnTo>
                  <a:pt x="0" y="5401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DAHSCGkiRXo</dc:identifier>
  <dcterms:modified xsi:type="dcterms:W3CDTF">2011-08-01T06:04:30Z</dcterms:modified>
  <cp:revision>1</cp:revision>
  <dc:title>White and Grey Simple Minimalist Group Project Presentation</dc:title>
</cp:coreProperties>
</file>